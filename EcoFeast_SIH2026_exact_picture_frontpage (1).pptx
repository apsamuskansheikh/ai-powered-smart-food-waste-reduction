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hyperlink" Target="https://www.fao.org/platform-food-loss-waste/en/" TargetMode="External"/><Relationship Id="rId3" Type="http://schemas.openxmlformats.org/officeDocument/2006/relationships/hyperlink" Target="https://www.unep.org/resources/publication/food-waste-index-report-2024" TargetMode="External"/><Relationship Id="rId4" Type="http://schemas.openxmlformats.org/officeDocument/2006/relationships/hyperlink" Target="https://sdgs.un.org/goals/goal12" TargetMode="External"/><Relationship Id="rId5" Type="http://schemas.openxmlformats.org/officeDocument/2006/relationships/hyperlink" Target="https://www.fssai.gov.in/" TargetMode="External"/><Relationship Id="rId6" Type="http://schemas.openxmlformats.org/officeDocument/2006/relationships/hyperlink" Target="https://eco-feast-smart-food-waste-reductio.vercel.app/" TargetMode="External"/><Relationship Id="rId7" Type="http://schemas.openxmlformats.org/officeDocument/2006/relationships/hyperlink" Target="https://github.com/Beebijan-cse/SIH_ECOFEAST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coFeast_SIH2026_exact_frontp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743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Strom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74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OVERVIEW</a:t>
            </a:r>
            <a:endParaRPr lang="en-US" sz="2800" dirty="0"/>
          </a:p>
        </p:txBody>
      </p:sp>
      <p:pic>
        <p:nvPicPr>
          <p:cNvPr id="5" name="Image 0" descr="im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55448"/>
            <a:ext cx="2103120" cy="9921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" y="6492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EcoFeast — "Save Food. Connect Communities. Create Impact."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surplus-food redistribution platform for institutional kitchens and food processing units: safety verification, NGO matching, pickup, traceability and impact.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CE8D0"/>
          </a:solidFill>
          <a:ln w="12700">
            <a:solidFill>
              <a:srgbClr val="FCE8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2039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Positioning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decision-support tool. It does NOT certify food safety and does NOT replace FSSAI licensing, hygiene norms or on-ground checks. Only food that passes digital HACCP checks is offered for human consumption; unsafe food is condemned and routed to compost/biogas.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Modules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5204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66928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Listing &amp; Safety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3904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Kitchens log batches with quantity, storage method and prep window; digital temperature and seal checks.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91840" y="35204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3401568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Match &amp; Dispatch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401568" y="3904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nearby NGOs by distance, expiry, storage fit and capacity; volunteer van dispatch.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26480" y="35204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236208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&amp; Pickup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3904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event timeline from kitchen to plate; handover handshake and status updates.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961120" y="35204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9070848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Leaderboard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9070848" y="3904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Meals served and CO2e avoided (estimates); sustainability leaderboard and admin audit feed.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937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Matching Engine (Transparent, 100 points)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53035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40 | Expiry urgency 30 | Storage compatibility 20 | NGO capacity 10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scoring: every match is justified to kitchen and NGO (no black box)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4937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Hierarchy (Sustainability)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530352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people first: rescue verified-safe surplus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FPU surplus upcycled into shelf-stable 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Unsafe/expired food to compost/biogas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~1.05 billion tonnes of food wasted globally in 2022 (UNEP Food Waste Index 2024)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743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Strom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74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800" dirty="0"/>
          </a:p>
        </p:txBody>
      </p:sp>
      <p:pic>
        <p:nvPicPr>
          <p:cNvPr id="5" name="Image 0" descr="im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55448"/>
            <a:ext cx="2103120" cy="9921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" y="6492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Technology Stack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6916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- React + TypeScript + Vite + Tailwind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- Node.js + Express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- Supabase PostgreSQL (Row Level Security)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- Gemini API (server-side)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- Recharts; routing - role-guarded React Router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- Vercel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20624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CE8D0"/>
          </a:solidFill>
          <a:ln w="12700">
            <a:solidFill>
              <a:srgbClr val="FCE8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42793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Components - stated accurately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61772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Assistant: Gemini-powered, server-side; advisory only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Matching: deterministic weighted scoring (explainable), not a trained model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hot-hold above 60°C, cold-hold below 4°C, danger-zone timer; never a safety guarantee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Data Flow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69164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logs surplus with quantity, storage method and safe-till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HACCP check (temperature, seal); unsafe batches are locked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engine ranks nearby NGOs; accept in one tap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van dispatched; status updates and handover handshake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Meals and CO2e logged to the impact ledger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or expired items routed to compost/biogas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70916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(kitchen / FPU / NGO / admin) with Supabase Row Level Security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API keys; immutable traceability audit timeline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DPDP Act 2023 (formal review planned)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FSSAI Food Recovery &amp; Distribution Regulations, 2019 (expert review pending)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2743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Strom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74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USERS, ACCESS &amp; IMPACT DESIGN</a:t>
            </a:r>
            <a:endParaRPr lang="en-US" sz="2800" dirty="0"/>
          </a:p>
        </p:txBody>
      </p:sp>
      <p:pic>
        <p:nvPicPr>
          <p:cNvPr id="5" name="Image 0" descr="im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55448"/>
            <a:ext cx="2103120" cy="9921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" y="6492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6916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kitchens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processing units (FPUs)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(not in prototype)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6177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Bhashini voice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sync and SMS fallback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Monitoring &amp; Dashboards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169164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Meals supported: 1 kg rescued food ≈ 2.5 meal portions (400 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CO2e avoided: 1 kg rescued ≈ 2.5 kg CO2e (estimate)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rescued, platform velocity SLAs, match accuracy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sustainability leaderboard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UN SDG 2, 12 and 13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estimates based on stated conversion factors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Strom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74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&amp; DIFFERENTIATION</a:t>
            </a:r>
            <a:endParaRPr lang="en-US" sz="2800" dirty="0"/>
          </a:p>
        </p:txBody>
      </p:sp>
      <p:pic>
        <p:nvPicPr>
          <p:cNvPr id="5" name="Image 0" descr="im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55448"/>
            <a:ext cx="2103120" cy="9921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" y="6492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Differs (verify vs. current competitor features)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Apps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EcoFeast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safety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Self-declared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HACCP temperature and seal checks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Matching logic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/ first-come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+ expiry + storage + capacity score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Full-chain coverage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Donation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Rescue + FPU upcycling + compost + impact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kitchen-to-plate event timeline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focus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Restaurants, individuals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Kitchens and food processing units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4663440"/>
            <a:ext cx="7223760" cy="1645920"/>
          </a:xfrm>
          <a:prstGeom prst="roundRect">
            <a:avLst>
              <a:gd name="adj" fmla="val 5556"/>
            </a:avLst>
          </a:prstGeom>
          <a:solidFill>
            <a:srgbClr val="FCE8D0"/>
          </a:solidFill>
          <a:ln w="12700">
            <a:solidFill>
              <a:srgbClr val="FCE8D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" y="47365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507492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FSSAI / food-safety expert engaged yet; safety checks are advisory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figures and matching not yet validated with real pilot data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kitchen and NGO adoption; liability and hygiene norms need legal review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169164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1 - Prototype (done): kitchen, FPU, NGO and admin roles, matching engine, traceability, impact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2 - Pilot: one city, ~10-20 kitchens and ~5 NGOs; engage a food-safety advisor; measure meals saved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3 - Scale: multi-city rollout, municipal and CSR partnerships, FSSAI Save Food Share Food integration, formal DPDP review, voice and offline access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Strom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74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RESEARCH, TEAM &amp; STATUS</a:t>
            </a:r>
            <a:endParaRPr lang="en-US" sz="2800" dirty="0"/>
          </a:p>
        </p:txBody>
      </p:sp>
      <p:pic>
        <p:nvPicPr>
          <p:cNvPr id="5" name="Image 0" descr="im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55448"/>
            <a:ext cx="2103120" cy="9921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" y="6492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 Links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 - Food Loss and Waste</a:t>
            </a:r>
            <a:endParaRPr lang="en-US" sz="1250" dirty="0"/>
          </a:p>
        </p:txBody>
      </p:sp>
      <p:sp>
        <p:nvSpPr>
          <p:cNvPr id="11" name="Text 8">
            <a:hlinkClick r:id="rId2" tooltip=""/>
          </p:cNvPr>
          <p:cNvSpPr txBox="1"/>
          <p:nvPr/>
        </p:nvSpPr>
        <p:spPr>
          <a:xfrm>
            <a:off x="45720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Link - FAO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350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UNEP - Food Waste Index Report 2024</a:t>
            </a:r>
            <a:endParaRPr lang="en-US" sz="1250" dirty="0"/>
          </a:p>
        </p:txBody>
      </p:sp>
      <p:sp>
        <p:nvSpPr>
          <p:cNvPr id="13" name="Text 10">
            <a:hlinkClick r:id="rId3" tooltip=""/>
          </p:cNvPr>
          <p:cNvSpPr txBox="1"/>
          <p:nvPr/>
        </p:nvSpPr>
        <p:spPr>
          <a:xfrm>
            <a:off x="457200" y="2624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Link - UNEP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008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SDG 12.3 - Halve Food Waste</a:t>
            </a:r>
            <a:endParaRPr lang="en-US" sz="1250" dirty="0"/>
          </a:p>
        </p:txBody>
      </p:sp>
      <p:sp>
        <p:nvSpPr>
          <p:cNvPr id="15" name="Text 12">
            <a:hlinkClick r:id="rId4" tooltip=""/>
          </p:cNvPr>
          <p:cNvSpPr txBox="1"/>
          <p:nvPr/>
        </p:nvSpPr>
        <p:spPr>
          <a:xfrm>
            <a:off x="457200" y="32826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Link - UN SDGs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6667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FSSAI - Food Recovery &amp; Distribution</a:t>
            </a:r>
            <a:endParaRPr lang="en-US" sz="1250" dirty="0"/>
          </a:p>
        </p:txBody>
      </p:sp>
      <p:sp>
        <p:nvSpPr>
          <p:cNvPr id="17" name="Text 14">
            <a:hlinkClick r:id="rId5" tooltip=""/>
          </p:cNvPr>
          <p:cNvSpPr txBox="1"/>
          <p:nvPr/>
        </p:nvSpPr>
        <p:spPr>
          <a:xfrm>
            <a:off x="457200" y="3941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Link - FSSAI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built: kitchen, FPU, NGO and admin roles; matching engine; traceability; impact dashboard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prototype (one-click demo logins on /login)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Repo: github.com/Beebijan-cse/SIH_ECOFEAST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- Power Strom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Apsa Muskan (Team Leader)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documentation, presentation lead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Beebijan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and matching logic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Omkar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UI implementation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Rajesh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integration, NGO &amp; admin dashboard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Deepak G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Database, QA, deployment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Khusro Nawaz Nizami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domain study, UI/UX support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2026-09-30T02:31:53Z</dcterms:created>
  <dcterms:modified xsi:type="dcterms:W3CDTF">2026-09-30T02:31:53Z</dcterms:modified>
</cp:coreProperties>
</file>